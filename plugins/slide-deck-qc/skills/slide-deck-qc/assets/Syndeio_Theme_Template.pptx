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Default Extension="svg" ContentType="image/svg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7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Master" Target="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939186-C861-F447-9041-C232C6E564D7}"/>
              </a:ext>
            </a:extLst>
          </p:cNvPr>
          <p:cNvSpPr/>
          <p:nvPr userDrawn="1"/>
        </p:nvSpPr>
        <p:spPr>
          <a:xfrm>
            <a:off x="0" y="0"/>
            <a:ext cx="12198724" cy="6857999"/>
          </a:xfrm>
          <a:prstGeom prst="rect">
            <a:avLst/>
          </a:prstGeom>
          <a:solidFill>
            <a:srgbClr val="090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 UI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269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-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E107EB-CCFD-6590-AF75-F0709601CA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119" y="2539256"/>
            <a:ext cx="788531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rgbClr val="09044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[INTERNAL USE - Presentation Title]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2AA8BFB-4536-2B11-3C57-2E4717D754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6118" y="4367789"/>
            <a:ext cx="5560919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90446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[Presenter or Topic]</a:t>
            </a:r>
          </a:p>
          <a:p>
            <a:pPr lvl="0"/>
            <a:r>
              <a:rPr lang="en-US" dirty="0"/>
              <a:t>[Date]</a:t>
            </a:r>
          </a:p>
        </p:txBody>
      </p:sp>
      <p:pic>
        <p:nvPicPr>
          <p:cNvPr id="9" name="Picture 8" descr="A blue and red text on a black background  AI-generated content may be incorrect.">
            <a:extLst>
              <a:ext uri="{FF2B5EF4-FFF2-40B4-BE49-F238E27FC236}">
                <a16:creationId xmlns:a16="http://schemas.microsoft.com/office/drawing/2014/main" id="{FBEF8FB7-2CE3-E88D-8F13-14E84F9EE5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912" y="286186"/>
            <a:ext cx="3110876" cy="7284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8503712-883B-551E-E610-CD82664DCC42}"/>
              </a:ext>
            </a:extLst>
          </p:cNvPr>
          <p:cNvSpPr/>
          <p:nvPr userDrawn="1"/>
        </p:nvSpPr>
        <p:spPr>
          <a:xfrm>
            <a:off x="0" y="286186"/>
            <a:ext cx="314107" cy="1012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B2E0DC-7960-8DD5-7E8E-22E8676D3136}"/>
              </a:ext>
            </a:extLst>
          </p:cNvPr>
          <p:cNvSpPr/>
          <p:nvPr userDrawn="1"/>
        </p:nvSpPr>
        <p:spPr>
          <a:xfrm>
            <a:off x="11877893" y="5711469"/>
            <a:ext cx="314107" cy="1012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0D6D125-C341-AB71-946D-1F3F15BE195A}"/>
              </a:ext>
            </a:extLst>
          </p:cNvPr>
          <p:cNvSpPr/>
          <p:nvPr userDrawn="1"/>
        </p:nvSpPr>
        <p:spPr>
          <a:xfrm rot="10800000">
            <a:off x="6317038" y="4285814"/>
            <a:ext cx="5874962" cy="2554544"/>
          </a:xfrm>
          <a:custGeom>
            <a:avLst/>
            <a:gdLst/>
            <a:ahLst/>
            <a:cxnLst/>
            <a:rect l="l" t="t" r="r" b="b"/>
            <a:pathLst>
              <a:path w="12525650" h="12852812">
                <a:moveTo>
                  <a:pt x="0" y="0"/>
                </a:moveTo>
                <a:lnTo>
                  <a:pt x="12525649" y="0"/>
                </a:lnTo>
                <a:lnTo>
                  <a:pt x="12525649" y="12852812"/>
                </a:lnTo>
                <a:lnTo>
                  <a:pt x="0" y="12852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281" t="-229142" r="1"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C9D94F-BFF0-1BBF-4BDD-9A509F89581C}"/>
              </a:ext>
            </a:extLst>
          </p:cNvPr>
          <p:cNvSpPr txBox="1"/>
          <p:nvPr userDrawn="1"/>
        </p:nvSpPr>
        <p:spPr>
          <a:xfrm>
            <a:off x="613673" y="456361"/>
            <a:ext cx="6097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latin typeface="Aptos" panose="020B0004020202020204" pitchFamily="34" charset="0"/>
              </a:rPr>
              <a:t>CONFIDENTIAL -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707724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2">
            <a:extLst>
              <a:ext uri="{FF2B5EF4-FFF2-40B4-BE49-F238E27FC236}">
                <a16:creationId xmlns:a16="http://schemas.microsoft.com/office/drawing/2014/main" id="{4AED5252-945D-B3C5-31F5-66F2F67D2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145" y="6160260"/>
            <a:ext cx="3958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i="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C2923CDF-EEDD-42F4-8A74-63BBB9A060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1">
            <a:extLst>
              <a:ext uri="{FF2B5EF4-FFF2-40B4-BE49-F238E27FC236}">
                <a16:creationId xmlns:a16="http://schemas.microsoft.com/office/drawing/2014/main" id="{FC64081C-4212-4100-958A-ABDE0F78C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010" y="6160261"/>
            <a:ext cx="40273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30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SYNDEIO BIOSCIENCES,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382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RNAL -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939186-C861-F447-9041-C232C6E564D7}"/>
              </a:ext>
            </a:extLst>
          </p:cNvPr>
          <p:cNvSpPr/>
          <p:nvPr userDrawn="1"/>
        </p:nvSpPr>
        <p:spPr>
          <a:xfrm>
            <a:off x="0" y="26895"/>
            <a:ext cx="12198724" cy="6790765"/>
          </a:xfrm>
          <a:prstGeom prst="rect">
            <a:avLst/>
          </a:prstGeom>
          <a:solidFill>
            <a:srgbClr val="090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 UI" panose="020B0502030000000004" pitchFamily="34" charset="0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0D6D125-C341-AB71-946D-1F3F15BE195A}"/>
              </a:ext>
            </a:extLst>
          </p:cNvPr>
          <p:cNvSpPr/>
          <p:nvPr userDrawn="1"/>
        </p:nvSpPr>
        <p:spPr>
          <a:xfrm rot="10800000">
            <a:off x="5831281" y="4254704"/>
            <a:ext cx="6360719" cy="2603296"/>
          </a:xfrm>
          <a:custGeom>
            <a:avLst/>
            <a:gdLst/>
            <a:ahLst/>
            <a:cxnLst/>
            <a:rect l="l" t="t" r="r" b="b"/>
            <a:pathLst>
              <a:path w="12525650" h="12852812">
                <a:moveTo>
                  <a:pt x="0" y="0"/>
                </a:moveTo>
                <a:lnTo>
                  <a:pt x="12525649" y="0"/>
                </a:lnTo>
                <a:lnTo>
                  <a:pt x="12525649" y="12852812"/>
                </a:lnTo>
                <a:lnTo>
                  <a:pt x="0" y="12852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31281" t="-229142" r="1"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16F718B-34D1-109B-B82E-1424A95D63BB}"/>
              </a:ext>
            </a:extLst>
          </p:cNvPr>
          <p:cNvSpPr/>
          <p:nvPr userDrawn="1"/>
        </p:nvSpPr>
        <p:spPr>
          <a:xfrm>
            <a:off x="7112000" y="0"/>
            <a:ext cx="5080000" cy="3496666"/>
          </a:xfrm>
          <a:custGeom>
            <a:avLst/>
            <a:gdLst/>
            <a:ahLst/>
            <a:cxnLst/>
            <a:rect l="l" t="t" r="r" b="b"/>
            <a:pathLst>
              <a:path w="13641413" h="13997719">
                <a:moveTo>
                  <a:pt x="0" y="0"/>
                </a:moveTo>
                <a:lnTo>
                  <a:pt x="13641413" y="0"/>
                </a:lnTo>
                <a:lnTo>
                  <a:pt x="13641413" y="13997719"/>
                </a:lnTo>
                <a:lnTo>
                  <a:pt x="0" y="139977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-131746" r="-49944" b="-1"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  <a:sym typeface="Calibri"/>
            </a:endParaRPr>
          </a:p>
        </p:txBody>
      </p:sp>
      <p:pic>
        <p:nvPicPr>
          <p:cNvPr id="5" name="Picture 4" descr="A black and white logo  AI-generated content may be incorrect.">
            <a:extLst>
              <a:ext uri="{FF2B5EF4-FFF2-40B4-BE49-F238E27FC236}">
                <a16:creationId xmlns:a16="http://schemas.microsoft.com/office/drawing/2014/main" id="{818C9DA1-4ACB-0298-1B05-0516A9E322E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1" y="1831142"/>
            <a:ext cx="4823819" cy="112957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E107EB-CCFD-6590-AF75-F0709601CA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1181" y="3797504"/>
            <a:ext cx="6821888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[EXTERNAL USE - Presentation Title]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2AA8BFB-4536-2B11-3C57-2E4717D754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1180" y="5254269"/>
            <a:ext cx="5560919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875691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961" y="1779495"/>
            <a:ext cx="10966078" cy="412376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11">
            <a:extLst>
              <a:ext uri="{FF2B5EF4-FFF2-40B4-BE49-F238E27FC236}">
                <a16:creationId xmlns:a16="http://schemas.microsoft.com/office/drawing/2014/main" id="{26ED2F20-95A9-3A1E-FE97-C9456568E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009" y="6160261"/>
            <a:ext cx="40273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30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SYNDEIO BIOSCIENCES, CONFIDENTIAL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54C60FBE-7B29-A463-0550-38C13A624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145" y="6160260"/>
            <a:ext cx="3958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i="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C2923CDF-EEDD-42F4-8A74-63BBB9A060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260BFF-2696-31FF-9734-7729F6F4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4551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- 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red text on a black background  AI-generated content may be incorrect.">
            <a:extLst>
              <a:ext uri="{FF2B5EF4-FFF2-40B4-BE49-F238E27FC236}">
                <a16:creationId xmlns:a16="http://schemas.microsoft.com/office/drawing/2014/main" id="{FBEF8FB7-2CE3-E88D-8F13-14E84F9EE5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256" y="286186"/>
            <a:ext cx="1937532" cy="45370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8503712-883B-551E-E610-CD82664DCC42}"/>
              </a:ext>
            </a:extLst>
          </p:cNvPr>
          <p:cNvSpPr/>
          <p:nvPr userDrawn="1"/>
        </p:nvSpPr>
        <p:spPr>
          <a:xfrm>
            <a:off x="0" y="286186"/>
            <a:ext cx="314107" cy="1012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B2E0DC-7960-8DD5-7E8E-22E8676D3136}"/>
              </a:ext>
            </a:extLst>
          </p:cNvPr>
          <p:cNvSpPr/>
          <p:nvPr userDrawn="1"/>
        </p:nvSpPr>
        <p:spPr>
          <a:xfrm>
            <a:off x="11877893" y="5711469"/>
            <a:ext cx="314107" cy="1012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0D6D125-C341-AB71-946D-1F3F15BE195A}"/>
              </a:ext>
            </a:extLst>
          </p:cNvPr>
          <p:cNvSpPr/>
          <p:nvPr userDrawn="1"/>
        </p:nvSpPr>
        <p:spPr>
          <a:xfrm rot="10800000">
            <a:off x="7692128" y="5209088"/>
            <a:ext cx="4499872" cy="1631269"/>
          </a:xfrm>
          <a:custGeom>
            <a:avLst/>
            <a:gdLst/>
            <a:ahLst/>
            <a:cxnLst/>
            <a:rect l="l" t="t" r="r" b="b"/>
            <a:pathLst>
              <a:path w="12525650" h="12852812">
                <a:moveTo>
                  <a:pt x="0" y="0"/>
                </a:moveTo>
                <a:lnTo>
                  <a:pt x="12525649" y="0"/>
                </a:lnTo>
                <a:lnTo>
                  <a:pt x="12525649" y="12852812"/>
                </a:lnTo>
                <a:lnTo>
                  <a:pt x="0" y="12852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1281" t="-229142" r="1"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FE5DF8-B4C9-05C1-D8B4-52981E9E7D24}"/>
              </a:ext>
            </a:extLst>
          </p:cNvPr>
          <p:cNvSpPr/>
          <p:nvPr userDrawn="1"/>
        </p:nvSpPr>
        <p:spPr>
          <a:xfrm>
            <a:off x="-6724" y="1888131"/>
            <a:ext cx="12198724" cy="3081738"/>
          </a:xfrm>
          <a:prstGeom prst="rect">
            <a:avLst/>
          </a:prstGeom>
          <a:solidFill>
            <a:srgbClr val="090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 UI" panose="020B05020300000000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E107EB-CCFD-6590-AF75-F0709601CA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496" y="2965045"/>
            <a:ext cx="7661945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[Section Transition, Internal]</a:t>
            </a:r>
          </a:p>
        </p:txBody>
      </p:sp>
    </p:spTree>
    <p:extLst>
      <p:ext uri="{BB962C8B-B14F-4D97-AF65-F5344CB8AC3E}">
        <p14:creationId xmlns:p14="http://schemas.microsoft.com/office/powerpoint/2010/main" val="20924540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RNAL - 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939186-C861-F447-9041-C232C6E564D7}"/>
              </a:ext>
            </a:extLst>
          </p:cNvPr>
          <p:cNvSpPr/>
          <p:nvPr userDrawn="1"/>
        </p:nvSpPr>
        <p:spPr>
          <a:xfrm>
            <a:off x="0" y="0"/>
            <a:ext cx="12198724" cy="6857999"/>
          </a:xfrm>
          <a:prstGeom prst="rect">
            <a:avLst/>
          </a:prstGeom>
          <a:solidFill>
            <a:srgbClr val="0904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 UI" panose="020B0502030000000004" pitchFamily="34" charset="0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0D6D125-C341-AB71-946D-1F3F15BE195A}"/>
              </a:ext>
            </a:extLst>
          </p:cNvPr>
          <p:cNvSpPr/>
          <p:nvPr userDrawn="1"/>
        </p:nvSpPr>
        <p:spPr>
          <a:xfrm rot="10800000">
            <a:off x="5831281" y="4254704"/>
            <a:ext cx="6360719" cy="2603296"/>
          </a:xfrm>
          <a:custGeom>
            <a:avLst/>
            <a:gdLst/>
            <a:ahLst/>
            <a:cxnLst/>
            <a:rect l="l" t="t" r="r" b="b"/>
            <a:pathLst>
              <a:path w="12525650" h="12852812">
                <a:moveTo>
                  <a:pt x="0" y="0"/>
                </a:moveTo>
                <a:lnTo>
                  <a:pt x="12525649" y="0"/>
                </a:lnTo>
                <a:lnTo>
                  <a:pt x="12525649" y="12852812"/>
                </a:lnTo>
                <a:lnTo>
                  <a:pt x="0" y="12852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31281" t="-229142" r="1"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16F718B-34D1-109B-B82E-1424A95D63BB}"/>
              </a:ext>
            </a:extLst>
          </p:cNvPr>
          <p:cNvSpPr/>
          <p:nvPr userDrawn="1"/>
        </p:nvSpPr>
        <p:spPr>
          <a:xfrm>
            <a:off x="7112000" y="0"/>
            <a:ext cx="5080000" cy="3496666"/>
          </a:xfrm>
          <a:custGeom>
            <a:avLst/>
            <a:gdLst/>
            <a:ahLst/>
            <a:cxnLst/>
            <a:rect l="l" t="t" r="r" b="b"/>
            <a:pathLst>
              <a:path w="13641413" h="13997719">
                <a:moveTo>
                  <a:pt x="0" y="0"/>
                </a:moveTo>
                <a:lnTo>
                  <a:pt x="13641413" y="0"/>
                </a:lnTo>
                <a:lnTo>
                  <a:pt x="13641413" y="13997719"/>
                </a:lnTo>
                <a:lnTo>
                  <a:pt x="0" y="139977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-131746" r="-49944" b="-1"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  <a:sym typeface="Calibri"/>
            </a:endParaRPr>
          </a:p>
        </p:txBody>
      </p:sp>
      <p:pic>
        <p:nvPicPr>
          <p:cNvPr id="5" name="Picture 4" descr="A black and white logo  AI-generated content may be incorrect.">
            <a:extLst>
              <a:ext uri="{FF2B5EF4-FFF2-40B4-BE49-F238E27FC236}">
                <a16:creationId xmlns:a16="http://schemas.microsoft.com/office/drawing/2014/main" id="{818C9DA1-4ACB-0298-1B05-0516A9E322E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05" y="5966113"/>
            <a:ext cx="2127684" cy="498233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E107EB-CCFD-6590-AF75-F0709601CA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5541" y="2961285"/>
            <a:ext cx="5560919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[Section Transition - External]</a:t>
            </a:r>
          </a:p>
        </p:txBody>
      </p:sp>
    </p:spTree>
    <p:extLst>
      <p:ext uri="{BB962C8B-B14F-4D97-AF65-F5344CB8AC3E}">
        <p14:creationId xmlns:p14="http://schemas.microsoft.com/office/powerpoint/2010/main" val="38021800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0">
            <a:extLst>
              <a:ext uri="{FF2B5EF4-FFF2-40B4-BE49-F238E27FC236}">
                <a16:creationId xmlns:a16="http://schemas.microsoft.com/office/drawing/2014/main" id="{453BCB45-7AC8-112C-18DB-D503C65D1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606" y="268879"/>
            <a:ext cx="10587316" cy="8585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11">
            <a:extLst>
              <a:ext uri="{FF2B5EF4-FFF2-40B4-BE49-F238E27FC236}">
                <a16:creationId xmlns:a16="http://schemas.microsoft.com/office/drawing/2014/main" id="{26ED2F20-95A9-3A1E-FE97-C9456568E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010" y="6160261"/>
            <a:ext cx="40273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30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SYNDEIO BIOSCIENCES, CONFIDENTIAL</a:t>
            </a:r>
          </a:p>
        </p:txBody>
      </p:sp>
      <p:sp>
        <p:nvSpPr>
          <p:cNvPr id="9" name="Slide Number Placeholder 12">
            <a:extLst>
              <a:ext uri="{FF2B5EF4-FFF2-40B4-BE49-F238E27FC236}">
                <a16:creationId xmlns:a16="http://schemas.microsoft.com/office/drawing/2014/main" id="{54C60FBE-7B29-A463-0550-38C13A624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145" y="6160260"/>
            <a:ext cx="3958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i="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C2923CDF-EEDD-42F4-8A74-63BBB9A060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9799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l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939186-C861-F447-9041-C232C6E564D7}"/>
              </a:ext>
            </a:extLst>
          </p:cNvPr>
          <p:cNvSpPr/>
          <p:nvPr userDrawn="1"/>
        </p:nvSpPr>
        <p:spPr>
          <a:xfrm>
            <a:off x="0" y="26895"/>
            <a:ext cx="12198724" cy="6790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Inter UI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237911"/>
      </p:ext>
    </p:extLst>
  </p:cSld>
  <p:clrMapOvr>
    <a:masterClrMapping/>
  </p:clrMapOvr>
</p:sldLayout>
</file>

<file path=ppt/slideMasters/_rels/slideMaster2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9118F2-708D-5C2B-8ACA-3B16627DE1AB}"/>
              </a:ext>
            </a:extLst>
          </p:cNvPr>
          <p:cNvSpPr/>
          <p:nvPr userDrawn="1"/>
        </p:nvSpPr>
        <p:spPr>
          <a:xfrm>
            <a:off x="12011025" y="6114224"/>
            <a:ext cx="180975" cy="457200"/>
          </a:xfrm>
          <a:prstGeom prst="rect">
            <a:avLst/>
          </a:prstGeom>
          <a:solidFill>
            <a:srgbClr val="F717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5E4A08-24CE-0171-0A77-C3283E3092B4}"/>
              </a:ext>
            </a:extLst>
          </p:cNvPr>
          <p:cNvSpPr/>
          <p:nvPr userDrawn="1"/>
        </p:nvSpPr>
        <p:spPr>
          <a:xfrm>
            <a:off x="-1" y="423838"/>
            <a:ext cx="91440" cy="548640"/>
          </a:xfrm>
          <a:prstGeom prst="rect">
            <a:avLst/>
          </a:prstGeom>
          <a:solidFill>
            <a:srgbClr val="0904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876A58D4-F233-7DFA-1CAE-CBE7E045B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606" y="268879"/>
            <a:ext cx="10587316" cy="8585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827613F-56A9-98A7-F656-38E8935CD8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010" y="6160261"/>
            <a:ext cx="40273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30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SYNDEIO BIOSCIENCES, CONFIDENTIAL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D5AB51A-8844-6A01-A142-49DB9AB8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145" y="6160260"/>
            <a:ext cx="3958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i="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C2923CDF-EEDD-42F4-8A74-63BBB9A060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831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</p:sldLayoutIdLst>
  <p:hf hdr="0" dt="0"/>
  <p:txStyles>
    <p:titleStyle>
      <a:lvl1pPr algn="l" defTabSz="609630" rtl="0" eaLnBrk="1" latinLnBrk="0" hangingPunct="1">
        <a:spcBef>
          <a:spcPct val="0"/>
        </a:spcBef>
        <a:buNone/>
        <a:defRPr sz="3200" b="0" kern="1200">
          <a:solidFill>
            <a:srgbClr val="090446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090446"/>
          </a:solidFill>
          <a:latin typeface="Aptos" panose="020B0004020202020204" pitchFamily="34" charset="0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090446"/>
          </a:solidFill>
          <a:latin typeface="Aptos" panose="020B0004020202020204" pitchFamily="34" charset="0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rgbClr val="090446"/>
          </a:solidFill>
          <a:latin typeface="Aptos" panose="020B0004020202020204" pitchFamily="34" charset="0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rgbClr val="090446"/>
          </a:solidFill>
          <a:latin typeface="Aptos" panose="020B0004020202020204" pitchFamily="34" charset="0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090446"/>
          </a:solidFill>
          <a:latin typeface="Aptos" panose="020B0004020202020204" pitchFamily="34" charset="0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Syndeio Theme">
  <a:themeElements>
    <a:clrScheme name="Syndeio Colors_Final">
      <a:dk1>
        <a:srgbClr val="000000"/>
      </a:dk1>
      <a:lt1>
        <a:srgbClr val="FFFFFF"/>
      </a:lt1>
      <a:dk2>
        <a:srgbClr val="090446"/>
      </a:dk2>
      <a:lt2>
        <a:srgbClr val="DFE0E5"/>
      </a:lt2>
      <a:accent1>
        <a:srgbClr val="090446"/>
      </a:accent1>
      <a:accent2>
        <a:srgbClr val="884CE0"/>
      </a:accent2>
      <a:accent3>
        <a:srgbClr val="FF8519"/>
      </a:accent3>
      <a:accent4>
        <a:srgbClr val="3288E5"/>
      </a:accent4>
      <a:accent5>
        <a:srgbClr val="FC3702"/>
      </a:accent5>
      <a:accent6>
        <a:srgbClr val="838CAD"/>
      </a:accent6>
      <a:hlink>
        <a:srgbClr val="00B0F0"/>
      </a:hlink>
      <a:folHlink>
        <a:srgbClr val="7F7F7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yndeio Slide Template" id="{63BE9B5F-639C-4BB7-AE41-705A0764C106}" vid="{CE9CCDB5-9479-4257-8340-FE916408FF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